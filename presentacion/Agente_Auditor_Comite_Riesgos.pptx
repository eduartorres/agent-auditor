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pregunta: cuantas decisiones toma hoy un agente de IA en nuestro canal digital sin que nadie las revise? El agente auditor es la respuesta a esa pregunta. No es un control adicional — es la segunda linea de defensa automatizada.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las dos capas no compiten — se complementan. La capa determinista resuelve los casos claros con certeza irrefutable. La capa semantica captura lo que las reglas no pueden ver: un agente que usa el lenguaje correcto pero actua al reves. El caso 4 es el mejor ejemplo: el agente repite terminos del contexto SARLAFT pero hace exactamente lo contrario de lo que se le indica.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el mapa — no el territorio. Mostrar la tabla y luego ejecutar el script en vivo para que los numeros aparezcan en consola. El impacto narrativo esta en que el comite ya sabe lo que deberia pasar y luego ve que el sistema lo confirma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alguien pregunta por que no BLEU o ROUGE: esas metricas miden coincidencia de n-gramas — sirven para traduccion, no para evaluar coherencia entre instruccion y accion. Si alguien pregunta por que no un LLM como juez: variabilidad entre ejecuciones, caja negra, no trazable. Inaceptable en un contexto de auditoria regulada.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esta pregunta para el comite: cuanto cuesta hoy una decision incorrecta de un agente de IA en canal digital? Este sistema no elimina ese riesgo — lo hace visible, trazable y controlable. Esa es la diferencia entre un agente autonomo y un agente gobernado.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325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Auditor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IA para decisiones autonomas en canal digital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788920"/>
            <a:ext cx="81381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971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Comite de Riesgos y Tecnologia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 de la segunda linea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capas complementarias. Una decision consolidada.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EEF4FB"/>
          </a:solidFill>
          <a:ln w="10160">
            <a:solidFill>
              <a:srgbClr val="C5D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— Reglas Deterministas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01168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 umbrales y limites de negocio con certeza absoluta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cobertura por poliza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SARLAFT y listas AML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bajo sospecha de abuso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de emision automatica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160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ambiguedad. La violacion existe o no existe.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EF6EC"/>
          </a:solidFill>
          <a:ln w="10160">
            <a:solidFill>
              <a:srgbClr val="F5D5A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50992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— Indice de Fidelidad Analitica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92040" y="201168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coherencia semantica entre contexto normativo y accion del agente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multilingues (MiniLM)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 entre contexto y respuesta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0.0 a 1.0 — explicable y trazable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Penalizacion automatica ante violaciones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92040" y="4160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9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deriva de comportamiento sutil.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casos bajo el microscopio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exactos se demuestran en ejecucion en vivo.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350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550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cristales $900 USD con deducible del 10%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0060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matematica de monto y deducible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4475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463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176272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2494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5694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con 3 siniestros en 30 dias — derivada a analista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0060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automatico de cuenta sospechosa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35915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09560" y="2377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090672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31638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" y="34838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Poliza de vida $95,000 USD para asegurado de 62 anos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00600" y="3200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 automatica supera limite y edad permitida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27355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09560" y="3291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5760" y="4005072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" y="40782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04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02920" y="43982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 de poliza con alerta SARLAFT activa al 98%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800600" y="4114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regulatorio critico — lavado de activos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18795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0956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indice de fidelidad analitica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metrica que el negocio puede leer — y el regulador puede auditar.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D1C27"/>
          </a:solidFill>
          <a:ln w="12700">
            <a:solidFill>
              <a:srgbClr val="ED1C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— 0.3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critica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3258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8991D"/>
          </a:solidFill>
          <a:ln w="12700">
            <a:solidFill>
              <a:srgbClr val="F899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— 0.5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627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32588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371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— 1.0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6276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similitud coseno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interpretable, estable entre ejecuciones y no requiere datos de entrenamiento propios. En auditoria, la explicabilidad del metodo es tan importante como su precision.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14884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penalizar ante violaciones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2834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puede repetir terminos del contexto normativo y actuar en sentido contrario. El ajuste garantiza que el indice refleje la accion real, no la similitud superficial del texto.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14884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1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 auditable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puntaje tiene trazabilidad completa: score base, penalizacion aplicada y justificacion en texto. El regulador puede reproducir cualquier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prototipo a produccion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 para miles de transacciones en tiempo real.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01168" cy="530352"/>
          </a:xfrm>
          <a:prstGeom prst="roundRect">
            <a:avLst>
              <a:gd name="adj" fmla="val 18182"/>
            </a:avLst>
          </a:prstGeom>
          <a:solidFill>
            <a:srgbClr val="0082C4"/>
          </a:solidFill>
          <a:ln w="12700">
            <a:solidFill>
              <a:srgbClr val="008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5179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Lambda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" y="1810512"/>
            <a:ext cx="0" cy="1737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84248"/>
            <a:ext cx="201168" cy="530352"/>
          </a:xfrm>
          <a:prstGeom prst="roundRect">
            <a:avLst>
              <a:gd name="adj" fmla="val 18182"/>
            </a:avLst>
          </a:prstGeom>
          <a:solidFill>
            <a:srgbClr val="F8991D"/>
          </a:solidFill>
          <a:ln w="12700">
            <a:solidFill>
              <a:srgbClr val="F89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2402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— escalado auto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" y="2532888"/>
            <a:ext cx="0" cy="1737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06624"/>
            <a:ext cx="201168" cy="530352"/>
          </a:xfrm>
          <a:prstGeom prst="roundRect">
            <a:avLst>
              <a:gd name="adj" fmla="val 18182"/>
            </a:avLst>
          </a:prstGeom>
          <a:solidFill>
            <a:srgbClr val="ED1C27"/>
          </a:solidFill>
          <a:ln w="12700">
            <a:solidFill>
              <a:srgbClr val="ED1C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24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Endpoints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" y="3255264"/>
            <a:ext cx="0" cy="1737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29000"/>
            <a:ext cx="201168" cy="530352"/>
          </a:xfrm>
          <a:prstGeom prst="roundRect">
            <a:avLst>
              <a:gd name="adj" fmla="val 18182"/>
            </a:avLst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685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DynamoDB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" y="3977640"/>
            <a:ext cx="0" cy="17373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51376"/>
            <a:ext cx="201168" cy="530352"/>
          </a:xfrm>
          <a:prstGeom prst="roundRect">
            <a:avLst>
              <a:gd name="adj" fmla="val 18182"/>
            </a:avLst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44074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QuickSight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335024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160520" y="13350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160520" y="170078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del agente no depende de la velocidad del auditor. El control no degrada la experiencia de usuario.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2468880"/>
            <a:ext cx="50749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596896"/>
            <a:ext cx="384048" cy="384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160520" y="25968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activo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160520" y="296265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se actualizan sin ciclos de desarrollo. El comite de riesgos controla la configuracion directamente.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657600" y="3730752"/>
            <a:ext cx="50749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858768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160520" y="38587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160520" y="42245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decision auditada queda registrada con timestamp, score y justificacion. Disponible para reguladores en tiempo real.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365760" y="4681728"/>
            <a:ext cx="8412480" cy="292608"/>
          </a:xfrm>
          <a:prstGeom prst="roundRect">
            <a:avLst>
              <a:gd name="adj" fmla="val 18750"/>
            </a:avLst>
          </a:prstGeom>
          <a:solidFill>
            <a:srgbClr val="F4F4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02920" y="4709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publico disponible en GitHub  |  CI/CD activo — cada cambio en reglas se valida automaticamente antes de produccion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Auditor — AI Governance</dc:title>
  <dc:subject>PptxGenJS Presentation</dc:subject>
  <dc:creator>Felipe Riano</dc:creator>
  <cp:lastModifiedBy>Felipe Riano</cp:lastModifiedBy>
  <cp:revision>1</cp:revision>
  <dcterms:created xsi:type="dcterms:W3CDTF">2026-06-25T17:37:07Z</dcterms:created>
  <dcterms:modified xsi:type="dcterms:W3CDTF">2026-06-25T17:37:07Z</dcterms:modified>
</cp:coreProperties>
</file>